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shape, two scales. On the left, stage one: the codec, the encoder that turns one place at one time into an embedding. It reads raw values through the small hourglass — the past cone of the last thirty days, six pentads deep and about nine hundred kilometres wide at its mouth for the ocean-surface channels; the waist of about thirteen cells at the present; and the mirrored future cone, six pentads ahead, which is only ever a target. Three rules, colour-coded and true at both scales. The past cone is input and never a forecast target; it is sometimes held out — a dropout pattern hides the most recent lags, a wedge of bearings, random dots, or one channel — and the one thing the model is ever asked to do with a hidden past dot is to fill it back in, which is task four, the reconstruction family kept from E-069b. The waist is the present: it is passed as input in the forecast tasks and in fill-in, and hidden and predicted in task three, the nowcast from history. The future cone is targets only and never input. On the right, stage two: the forecaster, which reads what stage one wrote. Each dot in its wide cone is an embedding, not a raw value, and the hourglass is the same shape drawn about twenty times longer and five times wider — lags seven to a hundred and forty-three pentads, two years, opening to the four-thousand-four-hundred-kilometre cap of the outer spiral, with the near field the codec already read cut out of the centre; that cut-out, drawn to scale, is the whole of stage one's hourglass. The present embedding is the waist. The future side, mirrored like stage one's, is the E-080 idea carried up a level: predict a cone of future embeddings rather than a single next step. That is stated here as the design intent; the stage-two heads the programme has scored so far predict the next embedding and roll it forward, one step at a time, over the long window that cone v2 assigns to stage two. Making stage two's targets a mirrored cone is a change to the forecaster's training, not to the codec, and it is not part of the E-080 experiment as pre-registered.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auewelt/earth/blob/main/ml/cone.py" TargetMode="External"/><Relationship Id="rId3" Type="http://schemas.openxmlformats.org/officeDocument/2006/relationships/hyperlink" Target="https://blauewelt.github.io/earth/docs.html?f=ml/plans/E071_cone_v2.md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E-080 · THE CUT-OFF MIRRORED DOUBLE CONE · THE HOURGLASS AT TWO SCALES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reads raw values through a small hourglass; stage 2 reads stage 1's embeddings through the same shape, twenty times longer and five times wider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E-080 · the cut-off mirrored double cone</a:t>
            </a:r>
            <a:endParaRPr lang="en-US" sz="1000" dirty="0"/>
          </a:p>
        </p:txBody>
      </p:sp>
      <p:pic>
        <p:nvPicPr>
          <p:cNvPr id="6" name="Image 0" descr="/home/claude/earth/ml/plans/E080_figures/two_scales_3d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20" y="1316736"/>
            <a:ext cx="10277856" cy="448481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861304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2's mirrored future side is the E-080 shape carried up a level — design intent; the stage-2 heads scored so far predict the next embedding and roll it forward.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6158484"/>
            <a:ext cx="118872" cy="118872"/>
          </a:xfrm>
          <a:prstGeom prst="rect">
            <a:avLst/>
          </a:prstGeom>
          <a:solidFill>
            <a:srgbClr val="1F6FEB"/>
          </a:solidFill>
          <a:ln w="6350">
            <a:solidFill>
              <a:srgbClr val="1F6FE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60899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cone</a:t>
            </a:r>
            <a:r>
              <a:rPr lang="en-US" sz="9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input, never a forecast target, sometimes held out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160520" y="6158484"/>
            <a:ext cx="118872" cy="118872"/>
          </a:xfrm>
          <a:prstGeom prst="rect">
            <a:avLst/>
          </a:prstGeom>
          <a:solidFill>
            <a:srgbClr val="A5741A"/>
          </a:solidFill>
          <a:ln w="6350">
            <a:solidFill>
              <a:srgbClr val="A5741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343400" y="60899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waist</a:t>
            </a:r>
            <a:r>
              <a:rPr lang="en-US" sz="9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present — input in T1/T2/T4, predicted in T3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360920" y="6158484"/>
            <a:ext cx="118872" cy="118872"/>
          </a:xfrm>
          <a:prstGeom prst="rect">
            <a:avLst/>
          </a:prstGeom>
          <a:solidFill>
            <a:srgbClr val="C4552B"/>
          </a:solidFill>
          <a:ln w="6350">
            <a:solidFill>
              <a:srgbClr val="C4552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543800" y="60899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cone</a:t>
            </a:r>
            <a:r>
              <a:rPr lang="en-US" sz="9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targets only, never input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9674352" y="6089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cone.py::outer_spiral</a:t>
            </a:r>
            <a:r>
              <a:rPr lang="en-US" sz="850" dirty="0">
                <a:solidFill>
                  <a:srgbClr val="5C6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u="sng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E-071 §4.5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cut-off mirrored double cone — the hourglass at two scales (light)</dc:title>
  <dc:subject>PptxGenJS Presentation</dc:subject>
  <dc:creator>Deck builder</dc:creator>
  <cp:lastModifiedBy>Deck builder</cp:lastModifiedBy>
  <cp:revision>1</cp:revision>
  <dcterms:created xsi:type="dcterms:W3CDTF">2026-09-17T14:00:00Z</dcterms:created>
  <dcterms:modified xsi:type="dcterms:W3CDTF">2026-09-17T14:00:00Z</dcterms:modified>
</cp:coreProperties>
</file>
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E-073: import is separated from build. Beam's GroupByKey turns per-host lane caps into a hard bound on concurrent connections. Numbers are from sources.yaml (hosts:) and BUILD_NOTES.md (manifest counts, 2026-09-04).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155448"/>
            <a:ext cx="114235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8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E-073 · Parallel import of the training data — one Apache Beam pipeline, polite by construction</a:t>
            </a:r>
            <a:endParaRPr lang="en-US" sz="175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502920"/>
            <a:ext cx="1142359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6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once into a verified Hub mirror; every tensor build reads the mirror. Beam orchestrates; per-host lane caps set the speed limit.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384048" y="1161288"/>
            <a:ext cx="3611880" cy="4032504"/>
          </a:xfrm>
          <a:prstGeom prst="rect">
            <a:avLst/>
          </a:prstGeom>
          <a:solidFill>
            <a:srgbClr val="FFFFFF"/>
          </a:solidFill>
          <a:ln w="9525">
            <a:solidFill>
              <a:srgbClr val="C7D6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84048" y="868680"/>
            <a:ext cx="3611880" cy="292608"/>
          </a:xfrm>
          <a:prstGeom prst="rect">
            <a:avLst/>
          </a:prstGeom>
          <a:solidFill>
            <a:srgbClr val="028090"/>
          </a:solidFill>
          <a:ln w="9525">
            <a:solidFill>
              <a:srgbClr val="02809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75488" y="868680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hosts · lanes = max connections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197096" y="1161288"/>
            <a:ext cx="3840480" cy="4032504"/>
          </a:xfrm>
          <a:prstGeom prst="rect">
            <a:avLst/>
          </a:prstGeom>
          <a:solidFill>
            <a:srgbClr val="FFFFFF"/>
          </a:solidFill>
          <a:ln w="9525">
            <a:solidFill>
              <a:srgbClr val="C7D6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97096" y="868680"/>
            <a:ext cx="3840480" cy="292608"/>
          </a:xfrm>
          <a:prstGeom prst="rect">
            <a:avLst/>
          </a:prstGeom>
          <a:solidFill>
            <a:srgbClr val="028090"/>
          </a:solidFill>
          <a:ln w="9525">
            <a:solidFill>
              <a:srgbClr val="02809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88536" y="8686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238744" y="1161288"/>
            <a:ext cx="3566160" cy="4032504"/>
          </a:xfrm>
          <a:prstGeom prst="rect">
            <a:avLst/>
          </a:prstGeom>
          <a:solidFill>
            <a:srgbClr val="FFFFFF"/>
          </a:solidFill>
          <a:ln w="9525">
            <a:solidFill>
              <a:srgbClr val="C7D6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38744" y="868680"/>
            <a:ext cx="3566160" cy="292608"/>
          </a:xfrm>
          <a:prstGeom prst="rect">
            <a:avLst/>
          </a:prstGeom>
          <a:solidFill>
            <a:srgbClr val="028090"/>
          </a:solidFill>
          <a:ln w="9525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30184" y="8686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mirror · chfrank/earth-tensors/sources/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75488" y="1243584"/>
            <a:ext cx="3429000" cy="383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666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lanes = max simultaneous connections to a host · gap = min sleep inside a lane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" y="1718056"/>
            <a:ext cx="713232" cy="237744"/>
          </a:xfrm>
          <a:prstGeom prst="roundRect">
            <a:avLst>
              <a:gd name="adj" fmla="val 23077"/>
            </a:avLst>
          </a:prstGeom>
          <a:solidFill>
            <a:srgbClr val="028090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5488" y="1718056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2 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289304" y="1708912"/>
            <a:ext cx="2615184" cy="218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cmems 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5666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GLORYS12 · DUACS · statics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" y="2007521"/>
            <a:ext cx="3429000" cy="0"/>
          </a:xfrm>
          <a:prstGeom prst="line">
            <a:avLst/>
          </a:prstGeom>
          <a:noFill/>
          <a:ln w="9525">
            <a:solidFill>
              <a:srgbClr val="E4EB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5488" y="2040953"/>
            <a:ext cx="713232" cy="237744"/>
          </a:xfrm>
          <a:prstGeom prst="roundRect">
            <a:avLst>
              <a:gd name="adj" fmla="val 23077"/>
            </a:avLst>
          </a:prstGeom>
          <a:solidFill>
            <a:srgbClr val="028090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75488" y="2040953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0.5 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289304" y="2031809"/>
            <a:ext cx="2615184" cy="218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ncei 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5666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OISST per-day files (sst + ice)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5488" y="2330418"/>
            <a:ext cx="3429000" cy="0"/>
          </a:xfrm>
          <a:prstGeom prst="line">
            <a:avLst/>
          </a:prstGeom>
          <a:noFill/>
          <a:ln w="9525">
            <a:solidFill>
              <a:srgbClr val="E4EB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488" y="2363851"/>
            <a:ext cx="713232" cy="237744"/>
          </a:xfrm>
          <a:prstGeom prst="roundRect">
            <a:avLst>
              <a:gd name="adj" fmla="val 23077"/>
            </a:avLst>
          </a:prstGeom>
          <a:solidFill>
            <a:srgbClr val="028090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5488" y="2363851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20 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289304" y="2354707"/>
            <a:ext cx="2615184" cy="218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psl 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5666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NCEP R1 · OLR · GODAS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289304" y="2555367"/>
            <a:ext cx="2615184" cy="364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i="1" dirty="0">
                <a:solidFill>
                  <a:srgbClr val="01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504 + ~15 min silence after two files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" y="2962688"/>
            <a:ext cx="3429000" cy="0"/>
          </a:xfrm>
          <a:prstGeom prst="line">
            <a:avLst/>
          </a:prstGeom>
          <a:noFill/>
          <a:ln w="9525">
            <a:solidFill>
              <a:srgbClr val="E4EB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5488" y="2996121"/>
            <a:ext cx="713232" cy="237744"/>
          </a:xfrm>
          <a:prstGeom prst="roundRect">
            <a:avLst>
              <a:gd name="adj" fmla="val 23077"/>
            </a:avLst>
          </a:prstGeom>
          <a:solidFill>
            <a:srgbClr val="028090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5488" y="2996121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10 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1289304" y="2986977"/>
            <a:ext cx="2615184" cy="218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scripps 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5666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Roemmich–Gilson Argo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75488" y="3285585"/>
            <a:ext cx="3429000" cy="0"/>
          </a:xfrm>
          <a:prstGeom prst="line">
            <a:avLst/>
          </a:prstGeom>
          <a:noFill/>
          <a:ln w="9525">
            <a:solidFill>
              <a:srgbClr val="E4EB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75488" y="3319018"/>
            <a:ext cx="713232" cy="237744"/>
          </a:xfrm>
          <a:prstGeom prst="roundRect">
            <a:avLst>
              <a:gd name="adj" fmla="val 23077"/>
            </a:avLst>
          </a:prstGeom>
          <a:solidFill>
            <a:srgbClr val="028090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75488" y="3319018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each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289304" y="3309874"/>
            <a:ext cx="2615184" cy="392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· aoml · gatech · ndbc · ncei_etopo 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5666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one file each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75488" y="3726339"/>
            <a:ext cx="3429000" cy="0"/>
          </a:xfrm>
          <a:prstGeom prst="line">
            <a:avLst/>
          </a:prstGeom>
          <a:noFill/>
          <a:ln w="9525">
            <a:solidFill>
              <a:srgbClr val="E4EB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5488" y="3759771"/>
            <a:ext cx="713232" cy="237744"/>
          </a:xfrm>
          <a:prstGeom prst="roundRect">
            <a:avLst>
              <a:gd name="adj" fmla="val 23077"/>
            </a:avLst>
          </a:prstGeom>
          <a:solidFill>
            <a:srgbClr val="028090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75488" y="3759771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1 s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1289304" y="3750627"/>
            <a:ext cx="2615184" cy="218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github_raw 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5666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Earth statics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75488" y="4049236"/>
            <a:ext cx="3429000" cy="0"/>
          </a:xfrm>
          <a:prstGeom prst="line">
            <a:avLst/>
          </a:prstGeom>
          <a:noFill/>
          <a:ln w="9525">
            <a:solidFill>
              <a:srgbClr val="E4EB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75488" y="4082669"/>
            <a:ext cx="713232" cy="237744"/>
          </a:xfrm>
          <a:prstGeom prst="roundRect">
            <a:avLst>
              <a:gd name="adj" fmla="val 23077"/>
            </a:avLst>
          </a:prstGeom>
          <a:solidFill>
            <a:srgbClr val="028090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75488" y="4082669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5 s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1289304" y="4073525"/>
            <a:ext cx="2615184" cy="218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cds 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5666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ERA5 — gated on the free account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75488" y="4372134"/>
            <a:ext cx="3429000" cy="0"/>
          </a:xfrm>
          <a:prstGeom prst="line">
            <a:avLst/>
          </a:prstGeom>
          <a:noFill/>
          <a:ln w="9525">
            <a:solidFill>
              <a:srgbClr val="E4EB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75488" y="4405566"/>
            <a:ext cx="713232" cy="237744"/>
          </a:xfrm>
          <a:prstGeom prst="roundRect">
            <a:avLst>
              <a:gd name="adj" fmla="val 23077"/>
            </a:avLst>
          </a:prstGeom>
          <a:solidFill>
            <a:srgbClr val="028090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75488" y="4405566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5 s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1289304" y="4396422"/>
            <a:ext cx="2615184" cy="218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 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5666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CCI soil moisture — registration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75488" y="4695031"/>
            <a:ext cx="3429000" cy="0"/>
          </a:xfrm>
          <a:prstGeom prst="line">
            <a:avLst/>
          </a:prstGeom>
          <a:noFill/>
          <a:ln w="9525">
            <a:solidFill>
              <a:srgbClr val="E4EB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75488" y="4728464"/>
            <a:ext cx="713232" cy="237744"/>
          </a:xfrm>
          <a:prstGeom prst="roundRect">
            <a:avLst>
              <a:gd name="adj" fmla="val 23077"/>
            </a:avLst>
          </a:prstGeom>
          <a:solidFill>
            <a:srgbClr val="028090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475488" y="4728464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60/h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1289304" y="4719320"/>
            <a:ext cx="2615184" cy="392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5666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· batched commits, restore-verified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288536" y="1252728"/>
            <a:ext cx="3657600" cy="264668"/>
          </a:xfrm>
          <a:prstGeom prst="rect">
            <a:avLst/>
          </a:prstGeom>
          <a:solidFill>
            <a:srgbClr val="E7F3F4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370832" y="1252728"/>
            <a:ext cx="3493008" cy="264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1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sources.yaml — the registry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048756" y="1548359"/>
            <a:ext cx="137160" cy="109728"/>
          </a:xfrm>
          <a:prstGeom prst="downArrow">
            <a:avLst/>
          </a:prstGeom>
          <a:solidFill>
            <a:srgbClr val="028090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288536" y="1689049"/>
            <a:ext cx="3657600" cy="264668"/>
          </a:xfrm>
          <a:prstGeom prst="rect">
            <a:avLst/>
          </a:prstGeom>
          <a:solidFill>
            <a:srgbClr val="FFFFFF"/>
          </a:solidFill>
          <a:ln w="9525">
            <a:solidFill>
              <a:srgbClr val="C7D6D9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370832" y="1689049"/>
            <a:ext cx="3493008" cy="264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 of work items (month/year/var-year/file)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6048756" y="1984680"/>
            <a:ext cx="137160" cy="109728"/>
          </a:xfrm>
          <a:prstGeom prst="downArrow">
            <a:avLst/>
          </a:prstGeom>
          <a:solidFill>
            <a:srgbClr val="028090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288536" y="2125370"/>
            <a:ext cx="3657600" cy="264668"/>
          </a:xfrm>
          <a:prstGeom prst="rect">
            <a:avLst/>
          </a:prstGeom>
          <a:solidFill>
            <a:srgbClr val="FFFFFF"/>
          </a:solidFill>
          <a:ln w="9525">
            <a:solidFill>
              <a:srgbClr val="C7D6D9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370832" y="2125370"/>
            <a:ext cx="3493008" cy="264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what the Hub already has (listing + HEAD)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048756" y="2421001"/>
            <a:ext cx="137160" cy="109728"/>
          </a:xfrm>
          <a:prstGeom prst="downArrow">
            <a:avLst/>
          </a:prstGeom>
          <a:solidFill>
            <a:srgbClr val="028090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288536" y="2561692"/>
            <a:ext cx="3657600" cy="264668"/>
          </a:xfrm>
          <a:prstGeom prst="rect">
            <a:avLst/>
          </a:prstGeom>
          <a:solidFill>
            <a:srgbClr val="FFFFFF"/>
          </a:solidFill>
          <a:ln w="9525">
            <a:solidFill>
              <a:srgbClr val="C7D6D9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370832" y="2561692"/>
            <a:ext cx="3493008" cy="264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by (host, lane) · GroupByKey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6048756" y="2857322"/>
            <a:ext cx="137160" cy="109728"/>
          </a:xfrm>
          <a:prstGeom prst="downArrow">
            <a:avLst/>
          </a:prstGeom>
          <a:solidFill>
            <a:srgbClr val="028090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288536" y="2998013"/>
            <a:ext cx="3657600" cy="1066038"/>
          </a:xfrm>
          <a:prstGeom prst="rect">
            <a:avLst/>
          </a:prstGeom>
          <a:solidFill>
            <a:srgbClr val="FFFFFF"/>
          </a:solidFill>
          <a:ln w="13970">
            <a:solidFill>
              <a:srgbClr val="02809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370832" y="3043733"/>
            <a:ext cx="3493008" cy="226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1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LaneWorker</a:t>
            </a:r>
            <a:endParaRPr lang="en-US" sz="1150" dirty="0"/>
          </a:p>
        </p:txBody>
      </p:sp>
      <p:sp>
        <p:nvSpPr>
          <p:cNvPr id="64" name="Text 62"/>
          <p:cNvSpPr txBox="1"/>
          <p:nvPr/>
        </p:nvSpPr>
        <p:spPr>
          <a:xfrm>
            <a:off x="4425696" y="3270555"/>
            <a:ext cx="3383280" cy="191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pace · fetch (HEAD size → stream → size check)</a:t>
            </a:r>
            <a:endParaRPr lang="en-US" sz="1100" dirty="0"/>
          </a:p>
        </p:txBody>
      </p:sp>
      <p:sp>
        <p:nvSpPr>
          <p:cNvPr id="65" name="Text 63"/>
          <p:cNvSpPr txBox="1"/>
          <p:nvPr/>
        </p:nvSpPr>
        <p:spPr>
          <a:xfrm>
            <a:off x="4425696" y="3462071"/>
            <a:ext cx="3383280" cy="191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transform: bin 0.25°, aggregate_cadence imported</a:t>
            </a:r>
            <a:endParaRPr lang="en-US" sz="1100" dirty="0"/>
          </a:p>
        </p:txBody>
      </p:sp>
      <p:sp>
        <p:nvSpPr>
          <p:cNvPr id="66" name="Text 64"/>
          <p:cNvSpPr txBox="1"/>
          <p:nvPr/>
        </p:nvSpPr>
        <p:spPr>
          <a:xfrm>
            <a:off x="4425696" y="3653587"/>
            <a:ext cx="3383280" cy="364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(batch commit → download back → sha256 → delete)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4288536" y="4064051"/>
            <a:ext cx="3657600" cy="428752"/>
          </a:xfrm>
          <a:prstGeom prst="rect">
            <a:avLst/>
          </a:prstGeom>
          <a:solidFill>
            <a:srgbClr val="E7F3F4"/>
          </a:solidFill>
          <a:ln w="6350">
            <a:solidFill>
              <a:srgbClr val="E7F3F4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4370832" y="4064051"/>
            <a:ext cx="3493008" cy="428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i="1" dirty="0">
                <a:solidFill>
                  <a:srgbClr val="01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key = one sequential polite stream; connections ≤ lanes on any runner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6048756" y="4523765"/>
            <a:ext cx="137160" cy="109728"/>
          </a:xfrm>
          <a:prstGeom prst="downArrow">
            <a:avLst/>
          </a:prstGeom>
          <a:solidFill>
            <a:srgbClr val="028090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288536" y="4664456"/>
            <a:ext cx="3657600" cy="437896"/>
          </a:xfrm>
          <a:prstGeom prst="rect">
            <a:avLst/>
          </a:prstGeom>
          <a:solidFill>
            <a:srgbClr val="FFFFFF"/>
          </a:solidFill>
          <a:ln w="9525">
            <a:solidFill>
              <a:srgbClr val="C7D6D9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370832" y="4664456"/>
            <a:ext cx="3493008" cy="437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report.jsonl + summary.md — bytes, wall, backoffs, breaker trips per host</a:t>
            </a:r>
            <a:endParaRPr lang="en-US" sz="1100" dirty="0"/>
          </a:p>
        </p:txBody>
      </p:sp>
      <p:sp>
        <p:nvSpPr>
          <p:cNvPr id="72" name="Text 70"/>
          <p:cNvSpPr txBox="1"/>
          <p:nvPr/>
        </p:nvSpPr>
        <p:spPr>
          <a:xfrm>
            <a:off x="8330184" y="1243584"/>
            <a:ext cx="3383280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i="1" dirty="0">
                <a:solidFill>
                  <a:srgbClr val="5666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verified copy of every upstream byte. Upload → download back → sha256 equal → only then delete the local file.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8330184" y="1900428"/>
            <a:ext cx="3383280" cy="256032"/>
          </a:xfrm>
          <a:prstGeom prst="rect">
            <a:avLst/>
          </a:prstGeom>
          <a:solidFill>
            <a:srgbClr val="E7F3F4"/>
          </a:solidFill>
          <a:ln w="6350">
            <a:solidFill>
              <a:srgbClr val="E7F3F4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8403336" y="1900428"/>
            <a:ext cx="3236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1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0 · no new account · 1,131 items</a:t>
            </a:r>
            <a:endParaRPr lang="en-US" sz="1150" dirty="0"/>
          </a:p>
        </p:txBody>
      </p:sp>
      <p:sp>
        <p:nvSpPr>
          <p:cNvPr id="75" name="Text 73"/>
          <p:cNvSpPr txBox="1"/>
          <p:nvPr/>
        </p:nvSpPr>
        <p:spPr>
          <a:xfrm>
            <a:off x="8348472" y="2193036"/>
            <a:ext cx="3346704" cy="766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7000"/>
              </a:lnSpc>
              <a:buNone/>
            </a:pPr>
            <a:r>
              <a:rPr lang="en-US" sz="1100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OISST 44 yr · NCEP R1 560 files · RG Argo 93 · labels (RAPID, Florida cable, OSNAP, MOVE, SAMBA) · statics (ETOPO 2022, Natural Earth) · GLORYS12 384 — verify only, already on the Hub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8330184" y="3026664"/>
            <a:ext cx="3383280" cy="256032"/>
          </a:xfrm>
          <a:prstGeom prst="rect">
            <a:avLst/>
          </a:prstGeom>
          <a:solidFill>
            <a:srgbClr val="E7F3F4"/>
          </a:solidFill>
          <a:ln w="6350">
            <a:solidFill>
              <a:srgbClr val="E7F3F4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403336" y="3026664"/>
            <a:ext cx="3236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1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· no new account · 519 items</a:t>
            </a:r>
            <a:endParaRPr lang="en-US" sz="1150" dirty="0"/>
          </a:p>
        </p:txBody>
      </p:sp>
      <p:sp>
        <p:nvSpPr>
          <p:cNvPr id="78" name="Text 76"/>
          <p:cNvSpPr txBox="1"/>
          <p:nvPr/>
        </p:nvSpPr>
        <p:spPr>
          <a:xfrm>
            <a:off x="8348472" y="3319272"/>
            <a:ext cx="3346704" cy="766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7000"/>
              </a:lnSpc>
              <a:buNone/>
            </a:pPr>
            <a:r>
              <a:rPr lang="en-US" sz="1100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DUACS L4 altimetry binned to 0.25° monthly (~1.1 TB wire → ~95 GB stored) — the first observed circulation channel · EN4 · PMEL warm-water volume · OLR · GODAS · ENSO indices · RAPID extras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8330184" y="4152900"/>
            <a:ext cx="3383280" cy="256032"/>
          </a:xfrm>
          <a:prstGeom prst="rect">
            <a:avLst/>
          </a:prstGeom>
          <a:solidFill>
            <a:srgbClr val="E7F3F4"/>
          </a:solidFill>
          <a:ln w="6350">
            <a:solidFill>
              <a:srgbClr val="E7F3F4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403336" y="4152900"/>
            <a:ext cx="3236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1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· gated</a:t>
            </a:r>
            <a:endParaRPr lang="en-US" sz="1150" dirty="0"/>
          </a:p>
        </p:txBody>
      </p:sp>
      <p:sp>
        <p:nvSpPr>
          <p:cNvPr id="81" name="Text 79"/>
          <p:cNvSpPr txBox="1"/>
          <p:nvPr/>
        </p:nvSpPr>
        <p:spPr>
          <a:xfrm>
            <a:off x="8348472" y="4445508"/>
            <a:ext cx="3346704" cy="592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7000"/>
              </a:lnSpc>
              <a:buNone/>
            </a:pPr>
            <a:r>
              <a:rPr lang="en-US" sz="1100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ERA5 via CDS — needs Chris's free account · ESA CCI soil moisture (registration) · OSTIA and GREP-3D off by default</a:t>
            </a:r>
            <a:endParaRPr lang="en-US" sz="1100" dirty="0"/>
          </a:p>
        </p:txBody>
      </p:sp>
      <p:sp>
        <p:nvSpPr>
          <p:cNvPr id="82" name="Text 80"/>
          <p:cNvSpPr txBox="1"/>
          <p:nvPr/>
        </p:nvSpPr>
        <p:spPr>
          <a:xfrm>
            <a:off x="384048" y="532180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1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Politeness rules (load-bearing)</a:t>
            </a:r>
            <a:endParaRPr lang="en-US" sz="1150" dirty="0"/>
          </a:p>
        </p:txBody>
      </p:sp>
      <p:sp>
        <p:nvSpPr>
          <p:cNvPr id="83" name="Shape 81"/>
          <p:cNvSpPr/>
          <p:nvPr/>
        </p:nvSpPr>
        <p:spPr>
          <a:xfrm>
            <a:off x="384048" y="5577840"/>
            <a:ext cx="1827733" cy="566928"/>
          </a:xfrm>
          <a:prstGeom prst="roundRect">
            <a:avLst>
              <a:gd name="adj" fmla="val 8065"/>
            </a:avLst>
          </a:prstGeom>
          <a:solidFill>
            <a:srgbClr val="E7F3F4"/>
          </a:solidFill>
          <a:ln w="9525">
            <a:solidFill>
              <a:srgbClr val="C7D6D9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448056" y="5577840"/>
            <a:ext cx="169971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backoff 60 s → 5 → 15 → 60 min, honour Retry-After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2303221" y="5577840"/>
            <a:ext cx="1827733" cy="566928"/>
          </a:xfrm>
          <a:prstGeom prst="roundRect">
            <a:avLst>
              <a:gd name="adj" fmla="val 8065"/>
            </a:avLst>
          </a:prstGeom>
          <a:solidFill>
            <a:srgbClr val="E7F3F4"/>
          </a:solidFill>
          <a:ln w="9525">
            <a:solidFill>
              <a:srgbClr val="C7D6D9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2367229" y="5577840"/>
            <a:ext cx="169971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consecutive failures → lane stops, rest ‘deferred’</a:t>
            </a:r>
            <a:endParaRPr lang="en-US" sz="1100" dirty="0"/>
          </a:p>
        </p:txBody>
      </p:sp>
      <p:sp>
        <p:nvSpPr>
          <p:cNvPr id="87" name="Shape 85"/>
          <p:cNvSpPr/>
          <p:nvPr/>
        </p:nvSpPr>
        <p:spPr>
          <a:xfrm>
            <a:off x="4222394" y="5577840"/>
            <a:ext cx="1827733" cy="566928"/>
          </a:xfrm>
          <a:prstGeom prst="roundRect">
            <a:avLst>
              <a:gd name="adj" fmla="val 8065"/>
            </a:avLst>
          </a:prstGeom>
          <a:solidFill>
            <a:srgbClr val="E7F3F4"/>
          </a:solidFill>
          <a:ln w="9525">
            <a:solidFill>
              <a:srgbClr val="C7D6D9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4286402" y="5577840"/>
            <a:ext cx="169971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raise on a transient error — Beam retries = hammering</a:t>
            </a:r>
            <a:endParaRPr lang="en-US" sz="1100" dirty="0"/>
          </a:p>
        </p:txBody>
      </p:sp>
      <p:sp>
        <p:nvSpPr>
          <p:cNvPr id="89" name="Shape 87"/>
          <p:cNvSpPr/>
          <p:nvPr/>
        </p:nvSpPr>
        <p:spPr>
          <a:xfrm>
            <a:off x="6141568" y="5577840"/>
            <a:ext cx="1827733" cy="566928"/>
          </a:xfrm>
          <a:prstGeom prst="roundRect">
            <a:avLst>
              <a:gd name="adj" fmla="val 8065"/>
            </a:avLst>
          </a:prstGeom>
          <a:solidFill>
            <a:srgbClr val="E7F3F4"/>
          </a:solidFill>
          <a:ln w="9525">
            <a:solidFill>
              <a:srgbClr val="C7D6D9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6205576" y="5577840"/>
            <a:ext cx="169971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day per request; bytes ∝ question</a:t>
            </a:r>
            <a:endParaRPr lang="en-US" sz="1100" dirty="0"/>
          </a:p>
        </p:txBody>
      </p:sp>
      <p:sp>
        <p:nvSpPr>
          <p:cNvPr id="91" name="Shape 89"/>
          <p:cNvSpPr/>
          <p:nvPr/>
        </p:nvSpPr>
        <p:spPr>
          <a:xfrm>
            <a:off x="8060741" y="5577840"/>
            <a:ext cx="1827733" cy="566928"/>
          </a:xfrm>
          <a:prstGeom prst="roundRect">
            <a:avLst>
              <a:gd name="adj" fmla="val 8065"/>
            </a:avLst>
          </a:prstGeom>
          <a:solidFill>
            <a:srgbClr val="E7F3F4"/>
          </a:solidFill>
          <a:ln w="9525">
            <a:solidFill>
              <a:srgbClr val="C7D6D9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8124749" y="5577840"/>
            <a:ext cx="169971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60 Hub commits/h, batched</a:t>
            </a:r>
            <a:endParaRPr lang="en-US" sz="1100" dirty="0"/>
          </a:p>
        </p:txBody>
      </p:sp>
      <p:sp>
        <p:nvSpPr>
          <p:cNvPr id="93" name="Shape 91"/>
          <p:cNvSpPr/>
          <p:nvPr/>
        </p:nvSpPr>
        <p:spPr>
          <a:xfrm>
            <a:off x="9979914" y="5577840"/>
            <a:ext cx="1827733" cy="566928"/>
          </a:xfrm>
          <a:prstGeom prst="roundRect">
            <a:avLst>
              <a:gd name="adj" fmla="val 8065"/>
            </a:avLst>
          </a:prstGeom>
          <a:solidFill>
            <a:srgbClr val="E7F3F4"/>
          </a:solidFill>
          <a:ln w="9525">
            <a:solidFill>
              <a:srgbClr val="C7D6D9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10043922" y="5577840"/>
            <a:ext cx="169971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credential in argv / options / rented boxes</a:t>
            </a:r>
            <a:endParaRPr lang="en-US" sz="1100" dirty="0"/>
          </a:p>
        </p:txBody>
      </p:sp>
      <p:sp>
        <p:nvSpPr>
          <p:cNvPr id="95" name="Shape 93"/>
          <p:cNvSpPr/>
          <p:nvPr/>
        </p:nvSpPr>
        <p:spPr>
          <a:xfrm>
            <a:off x="384048" y="6272784"/>
            <a:ext cx="11423599" cy="0"/>
          </a:xfrm>
          <a:prstGeom prst="line">
            <a:avLst/>
          </a:prstGeom>
          <a:noFill/>
          <a:ln w="9525">
            <a:solidFill>
              <a:srgbClr val="C7D6D9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384048" y="6327648"/>
            <a:ext cx="1142359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one 8-vCPU VM, DirectRunner multi-process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5666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(lanes bound throughput; Dataflow is a flag change)   ·   </a:t>
            </a:r>
            <a:pPr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=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5666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verify_hub reports missing 0 + MANIFEST_tier0.json on the Hub   ·   </a:t>
            </a:r>
            <a:pPr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Hand-over: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5666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README_FOR_GEMINI.md + sources.yaml + beam_import/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2026-09-04T14:44:07Z</dcterms:created>
  <dcterms:modified xsi:type="dcterms:W3CDTF">2026-09-04T14:44:07Z</dcterms:modified>
</cp:coreProperties>
</file>
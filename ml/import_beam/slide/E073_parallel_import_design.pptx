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E-073 revision 2. No Hugging Face Hub: output goes to --output &lt;local dir | gs://…&gt; as sharded tf.train.Example. Two Beam stages. A throttle changes WHEN an item is fetched, never WHETHER — four durable states, no 'failed'. Lane and gap numbers from sources.yaml hosts:; item counts, GB and test counts from BUILD_NOTES.md (2026-09-04).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137160"/>
            <a:ext cx="11423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E-073 · Parallel import of the training data — one Apache Beam / Flume pipeline, polite by construction, lossless by design</a:t>
            </a:r>
            <a:endParaRPr lang="en-US" sz="155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466344"/>
            <a:ext cx="114235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once into a sharded tf.train.Example dataset. Beam orchestrates; per-host lane caps set the speed limit; a throttle changes WHEN an item is fetched, never WHETHER.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384048" y="1097280"/>
            <a:ext cx="2971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4048" y="804672"/>
            <a:ext cx="2971800" cy="292608"/>
          </a:xfrm>
          <a:prstGeom prst="rect">
            <a:avLst/>
          </a:prstGeom>
          <a:solidFill>
            <a:srgbClr val="028090"/>
          </a:solidFill>
          <a:ln w="9525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" y="804672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hosts · lanes = max connections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57016" y="1097280"/>
            <a:ext cx="438912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57016" y="804672"/>
            <a:ext cx="4389120" cy="292608"/>
          </a:xfrm>
          <a:prstGeom prst="rect">
            <a:avLst/>
          </a:prstGeom>
          <a:solidFill>
            <a:srgbClr val="028090"/>
          </a:solidFill>
          <a:ln w="9525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804672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stages, both Beam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47304" y="1097280"/>
            <a:ext cx="36576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47304" y="804672"/>
            <a:ext cx="3657600" cy="292608"/>
          </a:xfrm>
          <a:prstGeom prst="rect">
            <a:avLst/>
          </a:prstGeom>
          <a:solidFill>
            <a:srgbClr val="028090"/>
          </a:solidFill>
          <a:ln w="9525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804672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&lt;output&gt;/ (local dir or gs://)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" y="1170432"/>
            <a:ext cx="2788920" cy="383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i="1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= max simultaneous connections to a host · gap = min sleep inside a lane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" y="1635760"/>
            <a:ext cx="658368" cy="228600"/>
          </a:xfrm>
          <a:prstGeom prst="roundRect">
            <a:avLst>
              <a:gd name="adj" fmla="val 24000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" y="163576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2 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1626616"/>
            <a:ext cx="2039112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cmems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GLORYS12, DUACS, statics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1934305"/>
            <a:ext cx="278892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" y="1985963"/>
            <a:ext cx="658368" cy="228600"/>
          </a:xfrm>
          <a:prstGeom prst="roundRect">
            <a:avLst>
              <a:gd name="adj" fmla="val 24000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5488" y="1985963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0.5 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25296" y="1976819"/>
            <a:ext cx="2039112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ncei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OISST per-day (sst+ice)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" y="2284508"/>
            <a:ext cx="278892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2336165"/>
            <a:ext cx="658368" cy="228600"/>
          </a:xfrm>
          <a:prstGeom prst="roundRect">
            <a:avLst>
              <a:gd name="adj" fmla="val 24000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5488" y="2336165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20 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225296" y="2327021"/>
            <a:ext cx="2039112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psl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NCEP R1 · OLR · GODAS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225296" y="2527681"/>
            <a:ext cx="2039112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i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504 + ~15 min silence after two files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" y="2953226"/>
            <a:ext cx="278892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" y="3004884"/>
            <a:ext cx="658368" cy="228600"/>
          </a:xfrm>
          <a:prstGeom prst="roundRect">
            <a:avLst>
              <a:gd name="adj" fmla="val 24000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5488" y="3004884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10 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225296" y="2995740"/>
            <a:ext cx="2039112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scripps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Roemmich–Gilson Argo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" y="3303429"/>
            <a:ext cx="278892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" y="3355086"/>
            <a:ext cx="658368" cy="228600"/>
          </a:xfrm>
          <a:prstGeom prst="roundRect">
            <a:avLst>
              <a:gd name="adj" fmla="val 24000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5488" y="335508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each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225296" y="3345942"/>
            <a:ext cx="2039112" cy="392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· aoml · gatech · ndbc · ncei_etopo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one file each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" y="3780631"/>
            <a:ext cx="278892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" y="3832289"/>
            <a:ext cx="658368" cy="228600"/>
          </a:xfrm>
          <a:prstGeom prst="roundRect">
            <a:avLst>
              <a:gd name="adj" fmla="val 24000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5488" y="3832289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1 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225296" y="3823145"/>
            <a:ext cx="2039112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github_raw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Earth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" y="4130834"/>
            <a:ext cx="278892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5488" y="4182491"/>
            <a:ext cx="658368" cy="228600"/>
          </a:xfrm>
          <a:prstGeom prst="roundRect">
            <a:avLst>
              <a:gd name="adj" fmla="val 24000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75488" y="4182491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5 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225296" y="4173347"/>
            <a:ext cx="2039112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(free account)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75488" y="4481036"/>
            <a:ext cx="278892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" y="4532694"/>
            <a:ext cx="658368" cy="228600"/>
          </a:xfrm>
          <a:prstGeom prst="roundRect">
            <a:avLst>
              <a:gd name="adj" fmla="val 24000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75488" y="4532694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5 s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225296" y="4523550"/>
            <a:ext cx="2039112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CCI soil moisture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5488" y="4831239"/>
            <a:ext cx="2788920" cy="0"/>
          </a:xfrm>
          <a:prstGeom prst="line">
            <a:avLst/>
          </a:prstGeom>
          <a:noFill/>
          <a:ln w="9525">
            <a:solidFill>
              <a:srgbClr val="E4EB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5488" y="4882896"/>
            <a:ext cx="658368" cy="228600"/>
          </a:xfrm>
          <a:prstGeom prst="roundRect">
            <a:avLst>
              <a:gd name="adj" fmla="val 24000"/>
            </a:avLst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75488" y="488289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1 s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225296" y="4873752"/>
            <a:ext cx="2039112" cy="218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hf_public 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GLORYS mirror (opt.)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3648456" y="1179576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· import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648456" y="1362456"/>
            <a:ext cx="4206240" cy="401320"/>
          </a:xfrm>
          <a:prstGeom prst="rect">
            <a:avLst/>
          </a:prstGeom>
          <a:solidFill>
            <a:srgbClr val="E7F3F4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730752" y="1362456"/>
            <a:ext cx="4041648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sources.yaml registry → manifest of work items → skip shards already DONE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87568" y="1778279"/>
            <a:ext cx="128016" cy="91440"/>
          </a:xfrm>
          <a:prstGeom prst="downArrow">
            <a:avLst/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48456" y="1884223"/>
            <a:ext cx="4206240" cy="228092"/>
          </a:xfrm>
          <a:prstGeom prst="rect">
            <a:avLst/>
          </a:prstGeom>
          <a:solidFill>
            <a:srgbClr val="F3F8F9"/>
          </a:solidFill>
          <a:ln w="9525">
            <a:solidFill>
              <a:srgbClr val="E4EBEC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730752" y="1884223"/>
            <a:ext cx="4041648" cy="228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by (host, lane) · GroupByKey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5687568" y="2126818"/>
            <a:ext cx="128016" cy="91440"/>
          </a:xfrm>
          <a:prstGeom prst="downArrow">
            <a:avLst/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48456" y="2232762"/>
            <a:ext cx="4206240" cy="883666"/>
          </a:xfrm>
          <a:prstGeom prst="rect">
            <a:avLst/>
          </a:prstGeom>
          <a:solidFill>
            <a:srgbClr val="FFFFFF"/>
          </a:solidFill>
          <a:ln w="13970">
            <a:solidFill>
              <a:srgbClr val="02809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730752" y="2278482"/>
            <a:ext cx="4041648" cy="217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LaneWorker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3794760" y="2496160"/>
            <a:ext cx="3913632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 · fetch · bin 0.25° (aggregate_cadence, imported)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3794760" y="2687676"/>
            <a:ext cx="3913632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shard → read back (CRC + sha256 per record)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3794760" y="2879192"/>
            <a:ext cx="3913632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.done marker → delete the raw download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648456" y="3116428"/>
            <a:ext cx="4206240" cy="410464"/>
          </a:xfrm>
          <a:prstGeom prst="rect">
            <a:avLst/>
          </a:prstGeom>
          <a:solidFill>
            <a:srgbClr val="E7F3F4"/>
          </a:solidFill>
          <a:ln w="6350">
            <a:solidFill>
              <a:srgbClr val="E7F3F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30752" y="3116428"/>
            <a:ext cx="4041648" cy="410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i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 = one sequential polite stream; connections ≤ lanes on any runner — the same guarantee in Flume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687568" y="3541395"/>
            <a:ext cx="128016" cy="91440"/>
          </a:xfrm>
          <a:prstGeom prst="downArrow">
            <a:avLst/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648456" y="3647338"/>
            <a:ext cx="4206240" cy="228092"/>
          </a:xfrm>
          <a:prstGeom prst="rect">
            <a:avLst/>
          </a:prstGeom>
          <a:solidFill>
            <a:srgbClr val="F3F8F9"/>
          </a:solidFill>
          <a:ln w="9525">
            <a:solidFill>
              <a:srgbClr val="E4EBE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730752" y="3647338"/>
            <a:ext cx="4041648" cy="228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report.jsonl · retry_queue.jsonl · live progress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648456" y="3934866"/>
            <a:ext cx="4206240" cy="0"/>
          </a:xfrm>
          <a:prstGeom prst="line">
            <a:avLst/>
          </a:prstGeom>
          <a:noFill/>
          <a:ln w="12700">
            <a:solidFill>
              <a:srgbClr val="C7D6D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648456" y="3994302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· assemble — min_days applied here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3648456" y="4177182"/>
            <a:ext cx="4206240" cy="228092"/>
          </a:xfrm>
          <a:prstGeom prst="rect">
            <a:avLst/>
          </a:prstGeom>
          <a:solidFill>
            <a:srgbClr val="E7F3F4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730752" y="4177182"/>
            <a:ext cx="4041648" cy="228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Stage-A shards → (bin, record) → GroupByKey(bin)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687568" y="4419778"/>
            <a:ext cx="128016" cy="91440"/>
          </a:xfrm>
          <a:prstGeom prst="downArrow">
            <a:avLst/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648456" y="4525721"/>
            <a:ext cx="4206240" cy="228092"/>
          </a:xfrm>
          <a:prstGeom prst="rect">
            <a:avLst/>
          </a:prstGeom>
          <a:solidFill>
            <a:srgbClr val="F3F8F9"/>
          </a:solidFill>
          <a:ln w="9525">
            <a:solidFill>
              <a:srgbClr val="E4EBEC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3730752" y="4525721"/>
            <a:ext cx="4041648" cy="228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pentad mean/σ · g025 · g100 · rg100 · days_present mask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87568" y="4768317"/>
            <a:ext cx="128016" cy="91440"/>
          </a:xfrm>
          <a:prstGeom prst="downArrow">
            <a:avLst/>
          </a:prstGeom>
          <a:solidFill>
            <a:srgbClr val="028090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648456" y="4874260"/>
            <a:ext cx="4206240" cy="246380"/>
          </a:xfrm>
          <a:prstGeom prst="rect">
            <a:avLst/>
          </a:prstGeom>
          <a:solidFill>
            <a:srgbClr val="E7F3F4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3730752" y="4874260"/>
            <a:ext cx="4041648" cy="246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WriteToTFRecord — 64 shards/group + spec.json + coverage.json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8238744" y="1170432"/>
            <a:ext cx="3474720" cy="219456"/>
          </a:xfrm>
          <a:prstGeom prst="rect">
            <a:avLst/>
          </a:prstGeom>
          <a:solidFill>
            <a:srgbClr val="E7F3F4"/>
          </a:solidFill>
          <a:ln w="6350">
            <a:solidFill>
              <a:srgbClr val="E7F3F4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311896" y="1170432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· one Example per source-day</a:t>
            </a:r>
            <a:endParaRPr lang="en-US" sz="1150" dirty="0"/>
          </a:p>
        </p:txBody>
      </p:sp>
      <p:sp>
        <p:nvSpPr>
          <p:cNvPr id="79" name="Text 77"/>
          <p:cNvSpPr txBox="1"/>
          <p:nvPr/>
        </p:nvSpPr>
        <p:spPr>
          <a:xfrm>
            <a:off x="8257032" y="1417320"/>
            <a:ext cx="3438144" cy="74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&lt;source&gt;/&lt;item_id&gt;.tfrecord + .done · values float32 [C,H,W] + bit-packed mask · explicit axes · var_names/units · source_url/sha256/fetched_at · transform · units are the source's own, no z-scoring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8238744" y="2334937"/>
            <a:ext cx="3474720" cy="219456"/>
          </a:xfrm>
          <a:prstGeom prst="rect">
            <a:avLst/>
          </a:prstGeom>
          <a:solidFill>
            <a:srgbClr val="E7F3F4"/>
          </a:solidFill>
          <a:ln w="6350">
            <a:solidFill>
              <a:srgbClr val="E7F3F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311896" y="2334937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· one Example per (pentad bin, group)</a:t>
            </a:r>
            <a:endParaRPr lang="en-US" sz="1150" dirty="0"/>
          </a:p>
        </p:txBody>
      </p:sp>
      <p:sp>
        <p:nvSpPr>
          <p:cNvPr id="82" name="Text 80"/>
          <p:cNvSpPr txBox="1"/>
          <p:nvPr/>
        </p:nvSpPr>
        <p:spPr>
          <a:xfrm>
            <a:off x="8257032" y="2581825"/>
            <a:ext cx="3438144" cy="574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pentad/&lt;group&gt;/part-SSSSS-of-NNNNN · days_present per channel · spec.json carries the norms, so the split stays a trainer decision.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8238744" y="3326215"/>
            <a:ext cx="3474720" cy="219456"/>
          </a:xfrm>
          <a:prstGeom prst="rect">
            <a:avLst/>
          </a:prstGeom>
          <a:solidFill>
            <a:srgbClr val="E7F3F4"/>
          </a:solidFill>
          <a:ln w="6350">
            <a:solidFill>
              <a:srgbClr val="E7F3F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8311896" y="3326215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</a:t>
            </a:r>
            <a:endParaRPr lang="en-US" sz="1150" dirty="0"/>
          </a:p>
        </p:txBody>
      </p:sp>
      <p:sp>
        <p:nvSpPr>
          <p:cNvPr id="85" name="Text 83"/>
          <p:cNvSpPr txBox="1"/>
          <p:nvPr/>
        </p:nvSpPr>
        <p:spPr>
          <a:xfrm>
            <a:off x="8257032" y="3573103"/>
            <a:ext cx="3438144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tf.data.TFRecordDataset, or the pure-Python reader with no TensorFlow import — both tested, identical values.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8238744" y="4144264"/>
            <a:ext cx="3474720" cy="219456"/>
          </a:xfrm>
          <a:prstGeom prst="rect">
            <a:avLst/>
          </a:prstGeom>
          <a:solidFill>
            <a:srgbClr val="E7F3F4"/>
          </a:solidFill>
          <a:ln w="6350">
            <a:solidFill>
              <a:srgbClr val="E7F3F4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311896" y="4144264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</a:t>
            </a:r>
            <a:endParaRPr lang="en-US" sz="1150" dirty="0"/>
          </a:p>
        </p:txBody>
      </p:sp>
      <p:sp>
        <p:nvSpPr>
          <p:cNvPr id="88" name="Text 86"/>
          <p:cNvSpPr txBox="1"/>
          <p:nvPr/>
        </p:nvSpPr>
        <p:spPr>
          <a:xfrm>
            <a:off x="8257032" y="4391152"/>
            <a:ext cx="3438144" cy="74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0 (family 7's inputs) 1,131 items · ~925 GB wire, 880 GB of it GLORYS — or ~185 GB via the optional mirror · Tier 1 DUACS + EN4/WWV/OLR/GODAS/ENSO · Tier 2 gated on Chris's free CDS account</a:t>
            </a:r>
            <a:endParaRPr lang="en-US" sz="1100" dirty="0"/>
          </a:p>
        </p:txBody>
      </p:sp>
      <p:sp>
        <p:nvSpPr>
          <p:cNvPr id="89" name="Text 87"/>
          <p:cNvSpPr txBox="1"/>
          <p:nvPr/>
        </p:nvSpPr>
        <p:spPr>
          <a:xfrm>
            <a:off x="384048" y="534009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 without loss (load-bearing)</a:t>
            </a:r>
            <a:endParaRPr lang="en-US" sz="1150" dirty="0"/>
          </a:p>
        </p:txBody>
      </p:sp>
      <p:sp>
        <p:nvSpPr>
          <p:cNvPr id="90" name="Shape 88"/>
          <p:cNvSpPr/>
          <p:nvPr/>
        </p:nvSpPr>
        <p:spPr>
          <a:xfrm>
            <a:off x="384048" y="5596128"/>
            <a:ext cx="1827733" cy="611124"/>
          </a:xfrm>
          <a:prstGeom prst="roundRect">
            <a:avLst>
              <a:gd name="adj" fmla="val 7481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5596128"/>
            <a:ext cx="168142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60 s → 5 → 15 → 60 min, honour Retry-After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2303221" y="5596128"/>
            <a:ext cx="1827733" cy="611124"/>
          </a:xfrm>
          <a:prstGeom prst="roundRect">
            <a:avLst>
              <a:gd name="adj" fmla="val 7481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2376373" y="5596128"/>
            <a:ext cx="168142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breaker: 5 failures → lane stops, items go to the QUEUE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4222394" y="5596128"/>
            <a:ext cx="1827733" cy="611124"/>
          </a:xfrm>
          <a:prstGeom prst="roundRect">
            <a:avLst>
              <a:gd name="adj" fmla="val 7481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295546" y="5596128"/>
            <a:ext cx="168142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states: written · present · queued · absent — no ‘failed’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141568" y="5596128"/>
            <a:ext cx="1827733" cy="611124"/>
          </a:xfrm>
          <a:prstGeom prst="roundRect">
            <a:avLst>
              <a:gd name="adj" fmla="val 7481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214720" y="5596128"/>
            <a:ext cx="168142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needs 404 twice, ≥ 6 h apart, evidence kept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8060741" y="5596128"/>
            <a:ext cx="1827733" cy="611124"/>
          </a:xfrm>
          <a:prstGeom prst="roundRect">
            <a:avLst>
              <a:gd name="adj" fmla="val 7481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133893" y="5596128"/>
            <a:ext cx="168142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raise on a transient error — a bundle retry is a hammer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9979914" y="5596128"/>
            <a:ext cx="1827733" cy="611124"/>
          </a:xfrm>
          <a:prstGeom prst="roundRect">
            <a:avLst>
              <a:gd name="adj" fmla="val 7481"/>
            </a:avLst>
          </a:prstGeom>
          <a:solidFill>
            <a:srgbClr val="E7F3F4"/>
          </a:solidFill>
          <a:ln w="9525">
            <a:solidFill>
              <a:srgbClr val="C7D6D9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053066" y="5596128"/>
            <a:ext cx="168142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run_until_complete: 1 h → 2 → 4 → 8 until the queue is empty</a:t>
            </a:r>
            <a:endParaRPr lang="en-US" sz="1100" dirty="0"/>
          </a:p>
        </p:txBody>
      </p:sp>
      <p:sp>
        <p:nvSpPr>
          <p:cNvPr id="102" name="Shape 100"/>
          <p:cNvSpPr/>
          <p:nvPr/>
        </p:nvSpPr>
        <p:spPr>
          <a:xfrm>
            <a:off x="384048" y="6326124"/>
            <a:ext cx="11423599" cy="0"/>
          </a:xfrm>
          <a:prstGeom prst="line">
            <a:avLst/>
          </a:prstGeom>
          <a:noFill/>
          <a:ln w="9525">
            <a:solidFill>
              <a:srgbClr val="C7D6D9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84048" y="6380988"/>
            <a:ext cx="11423599" cy="40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8-vCPU VM, DirectRunner multi-process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(lanes bound throughput; Dataflow / Flume is a runner change — size workers × threads to the registry's 29 lanes)   ·   </a:t>
            </a:r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66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retry_queue empty + verify_output missing 0 + coverage.json complete   ·   </a:t>
            </a:r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18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tests + offline smoke pass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2026-09-04T16:40:21Z</dcterms:created>
  <dcterms:modified xsi:type="dcterms:W3CDTF">2026-09-04T16:40:21Z</dcterms:modified>
</cp:coreProperties>
</file>
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Yannick's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So the neighbourhood is worth about +0.05, and pretraining about +0.01. (RAPID is the mooring array at 26.5°N that measures the Atlantic overturning circulation; "correlation" is how well our read-out tracks it.)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is settled;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the 12-month rolled corridor AUC — our standard forecast skill score. Success means the folded vector beats the pooled control by more than the seed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Yannick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the pentad model could show.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the reason our pooled read-out failed and the unpooled attention head worked.
Bottom left: four falsifiable predictions, each an ablation we can run with the existing evaluator. Bottom right: where the simple picture needs care — v is the fastest signal speed, not the mean flow; τ is predictability, not causality; cones are tilted, not symmetric; monthly averaging turns anything faster than the step into forcing.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We have already priced this axis: the attribution matrix reads single-pixel raw 0.613 vs codec 0.617, and 3×3 raw 0.659 vs codec 0.672 (two seeds) — the neighbourhood is worth ≈ +0.05, pretraining ≈ +0.01.</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The spatial axis is priced; the temporal axis is not.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corridor AUC at h = 12 with a year-folded z as the state. Success = the folded z beats the pooled control by more than the two-seed spread.</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why the pooled ridge failed and the unpooled attention head worked (paper §ladder): the target's cone is the section, not its mean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corridor AUC;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The pentad stage-2 shows one-step wind skill the monthly one cannot, because Δt ≈ τ_atm.</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existing 12-month rolled corridor-AUC evaluator and the frozen gate head.</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corridor AUC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proved bit-equal to a full roll with NaN poisoning; reach 222 vs 4444 km per month measured as 29.5 % vs 100 % of the world ocean after 12 months;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AlphaEarth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arxiv.org/abs/2507.22291 · deepmind.google/blog/alphaearth-foundations-helps-map-our-planet-in-unprecedented-detail · developers.google.com/earth-engine/datasets/catalog/GOOGLE_SATELLITE_EMBEDDING_V1_ANNUAL</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TESSERA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arxiv.org/abs/2506.20380 · github.com/ucam-eo/tessera · github.com/ucam-eo/geotessera · geotessera.org · CVPR 2026 open-access page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OlmoEarth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arxiv.org/abs/2511.13655 · allenai.org/blog/olmoearth-models · github.com/allenai/olmoearth_pretrain · huggingface.co/blog/allenai/olmoearth-v1-1 · allenai.org/papers/olmoearth-v1-2</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TerraMind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arxiv.org/abs/2504.11171 · arxiv.org/abs/2504.11172 (TerraMesh) · github.com/IBM/terramind · huggingface.co/ibm-esa-geospatial · philab.esa.int (tiny/small release)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Prithvi-EO 2.0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arxiv.org/abs/2412.02732 · github.com/NASA-IMPACT/Prithvi-EO-2.0 · huggingface.co/ibm-nasa-geospatial (config.json for 300M/600M) · research.ibm.com/blog/prithvi2-geospatial · science.nasa.gov (in-orbit deployment)</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Granite-Geospatial-Ocean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arxiv.org/abs/2509.21273 · github.com/ibm-granite/geospatial (granite-geospatial-ocean: config + prithvi_vit_S3.py) · huggingface.co/ibm-granite/granite-geospatial-ocean · research.ibm.com/blog/oceans-AI-model · hartree.stfc.ac.uk case study (Jul 2026) · pml.ac.uk news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Ocean-including models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OceanSAR-1: huggingface.co/galeio-research/OceanSAR-1 · arxiv.org/abs/2504.06962 · OceanSAR-2: arxiv.org/abs/2601.07392 · Copernicus-FM: arxiv.org/abs/2503.11849 · huggingface.co/datasets/wangyi111/Copernicus-Pretrain · github.com/zhu-xlab/Copernicus-FM · Aurora: microsoft.github.io/aurora · wekeo.copernicus.eu (ocean FM workspace)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Benchmarks &amp; head-to-head tables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OlmoEarth Tables 2, 3, 7 (arxiv.org/abs/2511.13655) · TerraMind Table 6 / PANGAEA (arxiv.org/abs/2504.11171; arxiv.org/abs/2412.04204) · Prithvi-EO 2.0 Tables A1–A4 / GEO-Bench (arxiv.org/abs/2412.02732; arxiv.org/abs/2306.03831) · TESSERA Table 1 (arxiv.org/abs/2506.20380) · GEO-Bench-2 ranks (arxiv.org/abs/2511.15658) · AlphaEarth &amp; TESSERA for LCZ mapping (arxiv.org/abs/2606.20034) · Granite-Ocean Table 1 (arxiv.org/abs/2509.21273) · OceanSAR-1 Tables 1–3 (arxiv.org/abs/2504.06962)</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Related work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OceanNet arxiv.org/abs/2310.00813 · PARADIS arxiv.org/abs/2601.21151 · ClimODE arxiv.org/abs/2404.10024 · Neural-LAM arxiv.org/abs/2309.17370 · stretched grid arxiv.org/abs/2409.02891 · Keisler arxiv.org/abs/2202.07575 · GraphCast arxiv.org/abs/2212.12794 · Pangu arxiv.org/abs/2211.02556 · FuXi arxiv.org/abs/2306.12873 · Samudra arxiv.org/abs/2412.03795 · SamudrACE doi 10.1029/2025GL119340 · ACE2-SOM arxiv.org/abs/2412.04418 · ACE2-NEMO arxiv.org/abs/2603.28704 · AIFS surface ocean arxiv.org/abs/2604.25559 · Aurora doi 10.1038/s41586-025-09005-y · Aardvark doi 10.1038/s41586-025-08897-0 · GraphDOP arxiv.org/abs/2412.15687 · 4DVarNet doi 10.1029/2023MS003609 · ESFM arxiv.org/abs/2605.00850 · Penny &amp; Hamill 2017 BAMS · CSIR-ML6 doi 10.5194/gmd-12-5113-2019 · CANYON-B doi 10.3389/fmars.2017.00128</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Also checked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Prithvi WxC (arxiv.org/abs/2409.13598) — atmosphere-only, no ocean downstream tasks found; NASA marine-debris work — not Prithvi-based. Earth 2 numbers quoted from paper/paper.tex (attribution matrix, probe ladder).</a:t>
            </a:r>
            <a:endParaRPr lang="en-US" sz="110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2026-09-01T19:43:05Z</dcterms:created>
  <dcterms:modified xsi:type="dcterms:W3CDTF">2026-09-01T19:43:05Z</dcterms:modified>
</cp:coreProperties>
</file>